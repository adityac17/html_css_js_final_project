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0"/>
  </p:normalViewPr>
  <p:slideViewPr>
    <p:cSldViewPr snapToGrid="0">
      <p:cViewPr varScale="1">
        <p:scale>
          <a:sx n="148" d="100"/>
          <a:sy n="148" d="100"/>
        </p:scale>
        <p:origin x="62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12617a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12617a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e12617ad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e12617ad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e12617ad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e12617ad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-IN" b="1" dirty="0" err="1">
                <a:solidFill>
                  <a:schemeClr val="lt1"/>
                </a:solidFill>
              </a:rPr>
              <a:t>KidSafe</a:t>
            </a:r>
            <a:r>
              <a:rPr lang="en-IN" b="1" dirty="0">
                <a:solidFill>
                  <a:schemeClr val="lt1"/>
                </a:solidFill>
              </a:rPr>
              <a:t> Ride: School Transport Tracker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2" b="1" dirty="0">
                <a:solidFill>
                  <a:schemeClr val="lt1"/>
                </a:solidFill>
              </a:rPr>
              <a:t>By ADITYA SUNIL CHOUKSEY</a:t>
            </a:r>
            <a:endParaRPr sz="832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Clr>
                <a:srgbClr val="A81B50"/>
              </a:buClr>
              <a:buSzPct val="100000"/>
              <a:buAutoNum type="arabicPeriod"/>
            </a:pPr>
            <a:r>
              <a:rPr lang="en-GB" b="1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fontAlgn="base"/>
            <a:r>
              <a:rPr lang="en-IN" b="1" dirty="0"/>
              <a:t>Safety Concerns</a:t>
            </a:r>
            <a:r>
              <a:rPr lang="en-IN" dirty="0"/>
              <a:t>: Parents and educational institutions face significant anxiety regarding children's safety during school bus journeys.</a:t>
            </a:r>
          </a:p>
          <a:p>
            <a:pPr fontAlgn="base"/>
            <a:r>
              <a:rPr lang="en-IN" b="1" dirty="0"/>
              <a:t>Lack of Visibility</a:t>
            </a:r>
            <a:r>
              <a:rPr lang="en-IN" dirty="0"/>
              <a:t>: There is a complete lack of real-time visibility into current bus locations and estimated arrival times.</a:t>
            </a:r>
          </a:p>
          <a:p>
            <a:pPr fontAlgn="base"/>
            <a:r>
              <a:rPr lang="en-IN" b="1" dirty="0"/>
              <a:t>Inefficient Communication</a:t>
            </a:r>
            <a:r>
              <a:rPr lang="en-IN" dirty="0"/>
              <a:t>: Traditional methods rely on manual phone calls to drivers or school staff, which are often unreliable and lead to miscommunication.</a:t>
            </a:r>
          </a:p>
          <a:p>
            <a:r>
              <a:rPr lang="en-IN" b="1" dirty="0"/>
              <a:t>Local Context</a:t>
            </a:r>
            <a:r>
              <a:rPr lang="en-IN" dirty="0"/>
              <a:t>: Rapidly growing areas like Kharghar and Belapur in Navi Mumbai face increasing traffic congestion, making accurate tracking essential.</a:t>
            </a:r>
            <a:endParaRPr dirty="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2.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47313"/>
            <a:ext cx="8520600" cy="34215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000" dirty="0"/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4002499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diagram of a hand holding a phone&#10;&#10;AI-generated content may be incorrect.">
            <a:extLst>
              <a:ext uri="{FF2B5EF4-FFF2-40B4-BE49-F238E27FC236}">
                <a16:creationId xmlns:a16="http://schemas.microsoft.com/office/drawing/2014/main" id="{2365D33A-BF86-E144-9BE8-826AB1A07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52" y="1147313"/>
            <a:ext cx="6088595" cy="33869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342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3. Working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000"/>
          </a:p>
        </p:txBody>
      </p:sp>
      <p:pic>
        <p:nvPicPr>
          <p:cNvPr id="77" name="Google Shape;77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1D1B886E-A0C3-0A02-3B79-2CC7BA38D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34" y="1023603"/>
            <a:ext cx="6647385" cy="3545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4. 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b="1" dirty="0"/>
              <a:t>Reduced Anxiety</a:t>
            </a:r>
            <a:r>
              <a:rPr lang="en-IN" dirty="0"/>
              <a:t>: The system successfully addresses parental stress by providing reliable, real-time data.</a:t>
            </a:r>
            <a:endParaRPr lang="en-IN" sz="1100" dirty="0"/>
          </a:p>
          <a:p>
            <a:r>
              <a:rPr lang="en-IN" b="1" dirty="0"/>
              <a:t>Operational Efficiency</a:t>
            </a:r>
            <a:r>
              <a:rPr lang="en-IN" dirty="0"/>
              <a:t>: Replaces inefficient manual communication with automated tracking and accurate ETAs.</a:t>
            </a:r>
            <a:endParaRPr lang="en-IN" sz="1100" dirty="0"/>
          </a:p>
          <a:p>
            <a:r>
              <a:rPr lang="en-IN" b="1" dirty="0"/>
              <a:t>Scalability</a:t>
            </a:r>
            <a:r>
              <a:rPr lang="en-IN" dirty="0"/>
              <a:t>: Proves that standard web technologies can effectively solve real-world transportation and safety challenges.</a:t>
            </a:r>
            <a:endParaRPr lang="en-IN" sz="1100" dirty="0"/>
          </a:p>
          <a:p>
            <a:r>
              <a:rPr lang="en-IN" b="1" dirty="0"/>
              <a:t>Future Impact</a:t>
            </a:r>
            <a:r>
              <a:rPr lang="en-IN" dirty="0"/>
              <a:t>: Sets a foundation for integrating actual GPS hardware and expanding to more residential zones in Navi Mumbai.</a:t>
            </a:r>
            <a:endParaRPr sz="1100" b="1" dirty="0">
              <a:solidFill>
                <a:schemeClr val="dk1"/>
              </a:solidFill>
            </a:endParaRPr>
          </a:p>
        </p:txBody>
      </p:sp>
      <p:pic>
        <p:nvPicPr>
          <p:cNvPr id="85" name="Google Shape;85;p1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1" name="Google Shape;91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2025750" y="3878025"/>
            <a:ext cx="50925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By Aditya Sunil Chouksey </a:t>
            </a:r>
            <a:endParaRPr sz="18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SAM ALTMAN </a:t>
            </a:r>
            <a:endParaRPr sz="18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150096725070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Macintosh PowerPoint</Application>
  <PresentationFormat>On-screen Show (16:9)</PresentationFormat>
  <Paragraphs>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Presentation</vt:lpstr>
      <vt:lpstr>Problem Statement</vt:lpstr>
      <vt:lpstr>2. Solution</vt:lpstr>
      <vt:lpstr>3. Working</vt:lpstr>
      <vt:lpstr>4.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Sunil Chouksey</cp:lastModifiedBy>
  <cp:revision>1</cp:revision>
  <dcterms:modified xsi:type="dcterms:W3CDTF">2026-03-11T15:52:20Z</dcterms:modified>
</cp:coreProperties>
</file>